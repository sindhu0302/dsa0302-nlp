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1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52A8A5-8BB2-4DB9-A7AA-4D1C58D58646}" v="2" dt="2026-07-15T04:31:57.021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dhu Dilli" userId="0898c113ca3202ec" providerId="LiveId" clId="{0AB823F6-A138-4ABD-9551-D56BAE0FAE79}"/>
    <pc:docChg chg="custSel modSld">
      <pc:chgData name="Sindhu Dilli" userId="0898c113ca3202ec" providerId="LiveId" clId="{0AB823F6-A138-4ABD-9551-D56BAE0FAE79}" dt="2026-07-15T04:35:23.470" v="14" actId="122"/>
      <pc:docMkLst>
        <pc:docMk/>
      </pc:docMkLst>
      <pc:sldChg chg="delSp modSp mod">
        <pc:chgData name="Sindhu Dilli" userId="0898c113ca3202ec" providerId="LiveId" clId="{0AB823F6-A138-4ABD-9551-D56BAE0FAE79}" dt="2026-07-15T04:31:21.825" v="2" actId="1076"/>
        <pc:sldMkLst>
          <pc:docMk/>
          <pc:sldMk cId="3654611141" sldId="256"/>
        </pc:sldMkLst>
        <pc:spChg chg="mod">
          <ac:chgData name="Sindhu Dilli" userId="0898c113ca3202ec" providerId="LiveId" clId="{0AB823F6-A138-4ABD-9551-D56BAE0FAE79}" dt="2026-07-15T04:31:01.666" v="1" actId="1076"/>
          <ac:spMkLst>
            <pc:docMk/>
            <pc:sldMk cId="3654611141" sldId="256"/>
            <ac:spMk id="2" creationId="{04BEAB79-7B57-5C4F-6C9D-131341EDE1FC}"/>
          </ac:spMkLst>
        </pc:spChg>
        <pc:picChg chg="del">
          <ac:chgData name="Sindhu Dilli" userId="0898c113ca3202ec" providerId="LiveId" clId="{0AB823F6-A138-4ABD-9551-D56BAE0FAE79}" dt="2026-07-15T04:30:39.567" v="0" actId="478"/>
          <ac:picMkLst>
            <pc:docMk/>
            <pc:sldMk cId="3654611141" sldId="256"/>
            <ac:picMk id="4" creationId="{D5A32F92-EEFC-3529-7A3C-ED801180E501}"/>
          </ac:picMkLst>
        </pc:picChg>
        <pc:picChg chg="mod">
          <ac:chgData name="Sindhu Dilli" userId="0898c113ca3202ec" providerId="LiveId" clId="{0AB823F6-A138-4ABD-9551-D56BAE0FAE79}" dt="2026-07-15T04:31:21.825" v="2" actId="1076"/>
          <ac:picMkLst>
            <pc:docMk/>
            <pc:sldMk cId="3654611141" sldId="256"/>
            <ac:picMk id="6" creationId="{C52579FE-932E-D4B0-34BD-22DA019E158C}"/>
          </ac:picMkLst>
        </pc:picChg>
      </pc:sldChg>
      <pc:sldChg chg="modSp mod">
        <pc:chgData name="Sindhu Dilli" userId="0898c113ca3202ec" providerId="LiveId" clId="{0AB823F6-A138-4ABD-9551-D56BAE0FAE79}" dt="2026-07-15T04:34:44.443" v="6" actId="122"/>
        <pc:sldMkLst>
          <pc:docMk/>
          <pc:sldMk cId="1703973777" sldId="257"/>
        </pc:sldMkLst>
        <pc:spChg chg="mod">
          <ac:chgData name="Sindhu Dilli" userId="0898c113ca3202ec" providerId="LiveId" clId="{0AB823F6-A138-4ABD-9551-D56BAE0FAE79}" dt="2026-07-15T04:34:44.443" v="6" actId="122"/>
          <ac:spMkLst>
            <pc:docMk/>
            <pc:sldMk cId="1703973777" sldId="257"/>
            <ac:spMk id="2" creationId="{0A84182F-1077-F9B8-3C10-279005FD4A2D}"/>
          </ac:spMkLst>
        </pc:spChg>
      </pc:sldChg>
      <pc:sldChg chg="modSp mod">
        <pc:chgData name="Sindhu Dilli" userId="0898c113ca3202ec" providerId="LiveId" clId="{0AB823F6-A138-4ABD-9551-D56BAE0FAE79}" dt="2026-07-15T04:34:49.111" v="7" actId="122"/>
        <pc:sldMkLst>
          <pc:docMk/>
          <pc:sldMk cId="1247421159" sldId="258"/>
        </pc:sldMkLst>
        <pc:spChg chg="mod">
          <ac:chgData name="Sindhu Dilli" userId="0898c113ca3202ec" providerId="LiveId" clId="{0AB823F6-A138-4ABD-9551-D56BAE0FAE79}" dt="2026-07-15T04:34:49.111" v="7" actId="122"/>
          <ac:spMkLst>
            <pc:docMk/>
            <pc:sldMk cId="1247421159" sldId="258"/>
            <ac:spMk id="2" creationId="{A3C17DDF-FE6C-6E79-94EF-F759A4A0E89B}"/>
          </ac:spMkLst>
        </pc:spChg>
      </pc:sldChg>
      <pc:sldChg chg="modSp mod">
        <pc:chgData name="Sindhu Dilli" userId="0898c113ca3202ec" providerId="LiveId" clId="{0AB823F6-A138-4ABD-9551-D56BAE0FAE79}" dt="2026-07-15T04:34:54.977" v="8" actId="122"/>
        <pc:sldMkLst>
          <pc:docMk/>
          <pc:sldMk cId="902917200" sldId="259"/>
        </pc:sldMkLst>
        <pc:spChg chg="mod">
          <ac:chgData name="Sindhu Dilli" userId="0898c113ca3202ec" providerId="LiveId" clId="{0AB823F6-A138-4ABD-9551-D56BAE0FAE79}" dt="2026-07-15T04:34:54.977" v="8" actId="122"/>
          <ac:spMkLst>
            <pc:docMk/>
            <pc:sldMk cId="902917200" sldId="259"/>
            <ac:spMk id="2" creationId="{4EE2FE7F-497C-074B-04C1-8B1BD0B47FD0}"/>
          </ac:spMkLst>
        </pc:spChg>
        <pc:graphicFrameChg chg="mod">
          <ac:chgData name="Sindhu Dilli" userId="0898c113ca3202ec" providerId="LiveId" clId="{0AB823F6-A138-4ABD-9551-D56BAE0FAE79}" dt="2026-07-15T04:31:51.294" v="3" actId="2711"/>
          <ac:graphicFrameMkLst>
            <pc:docMk/>
            <pc:sldMk cId="902917200" sldId="259"/>
            <ac:graphicFrameMk id="4" creationId="{D45F4B57-8FD9-E13C-5932-D2242451BD51}"/>
          </ac:graphicFrameMkLst>
        </pc:graphicFrameChg>
        <pc:graphicFrameChg chg="mod">
          <ac:chgData name="Sindhu Dilli" userId="0898c113ca3202ec" providerId="LiveId" clId="{0AB823F6-A138-4ABD-9551-D56BAE0FAE79}" dt="2026-07-15T04:31:57.019" v="4" actId="2711"/>
          <ac:graphicFrameMkLst>
            <pc:docMk/>
            <pc:sldMk cId="902917200" sldId="259"/>
            <ac:graphicFrameMk id="6" creationId="{28B26312-D113-0875-DEBD-A9C041E3F2D3}"/>
          </ac:graphicFrameMkLst>
        </pc:graphicFrameChg>
      </pc:sldChg>
      <pc:sldChg chg="modSp mod">
        <pc:chgData name="Sindhu Dilli" userId="0898c113ca3202ec" providerId="LiveId" clId="{0AB823F6-A138-4ABD-9551-D56BAE0FAE79}" dt="2026-07-15T04:34:59.778" v="9" actId="122"/>
        <pc:sldMkLst>
          <pc:docMk/>
          <pc:sldMk cId="3024901117" sldId="260"/>
        </pc:sldMkLst>
        <pc:spChg chg="mod">
          <ac:chgData name="Sindhu Dilli" userId="0898c113ca3202ec" providerId="LiveId" clId="{0AB823F6-A138-4ABD-9551-D56BAE0FAE79}" dt="2026-07-15T04:34:59.778" v="9" actId="122"/>
          <ac:spMkLst>
            <pc:docMk/>
            <pc:sldMk cId="3024901117" sldId="260"/>
            <ac:spMk id="2" creationId="{9E9821F7-5021-3536-CE85-687C6B4DE3FD}"/>
          </ac:spMkLst>
        </pc:spChg>
      </pc:sldChg>
      <pc:sldChg chg="modSp mod">
        <pc:chgData name="Sindhu Dilli" userId="0898c113ca3202ec" providerId="LiveId" clId="{0AB823F6-A138-4ABD-9551-D56BAE0FAE79}" dt="2026-07-15T04:35:10.814" v="11" actId="122"/>
        <pc:sldMkLst>
          <pc:docMk/>
          <pc:sldMk cId="365091536" sldId="261"/>
        </pc:sldMkLst>
        <pc:spChg chg="mod">
          <ac:chgData name="Sindhu Dilli" userId="0898c113ca3202ec" providerId="LiveId" clId="{0AB823F6-A138-4ABD-9551-D56BAE0FAE79}" dt="2026-07-15T04:35:10.814" v="11" actId="122"/>
          <ac:spMkLst>
            <pc:docMk/>
            <pc:sldMk cId="365091536" sldId="261"/>
            <ac:spMk id="2" creationId="{5FA8877C-2556-1229-0942-79254A279353}"/>
          </ac:spMkLst>
        </pc:spChg>
      </pc:sldChg>
      <pc:sldChg chg="modSp mod">
        <pc:chgData name="Sindhu Dilli" userId="0898c113ca3202ec" providerId="LiveId" clId="{0AB823F6-A138-4ABD-9551-D56BAE0FAE79}" dt="2026-07-15T04:35:04.942" v="10" actId="122"/>
        <pc:sldMkLst>
          <pc:docMk/>
          <pc:sldMk cId="3769990126" sldId="262"/>
        </pc:sldMkLst>
        <pc:spChg chg="mod">
          <ac:chgData name="Sindhu Dilli" userId="0898c113ca3202ec" providerId="LiveId" clId="{0AB823F6-A138-4ABD-9551-D56BAE0FAE79}" dt="2026-07-15T04:35:04.942" v="10" actId="122"/>
          <ac:spMkLst>
            <pc:docMk/>
            <pc:sldMk cId="3769990126" sldId="262"/>
            <ac:spMk id="2" creationId="{119842ED-1200-0334-C3C3-19AF88E2865A}"/>
          </ac:spMkLst>
        </pc:spChg>
      </pc:sldChg>
      <pc:sldChg chg="modSp mod">
        <pc:chgData name="Sindhu Dilli" userId="0898c113ca3202ec" providerId="LiveId" clId="{0AB823F6-A138-4ABD-9551-D56BAE0FAE79}" dt="2026-07-15T04:35:23.470" v="14" actId="122"/>
        <pc:sldMkLst>
          <pc:docMk/>
          <pc:sldMk cId="597018427" sldId="263"/>
        </pc:sldMkLst>
        <pc:spChg chg="mod">
          <ac:chgData name="Sindhu Dilli" userId="0898c113ca3202ec" providerId="LiveId" clId="{0AB823F6-A138-4ABD-9551-D56BAE0FAE79}" dt="2026-07-15T04:35:23.470" v="14" actId="122"/>
          <ac:spMkLst>
            <pc:docMk/>
            <pc:sldMk cId="597018427" sldId="263"/>
            <ac:spMk id="2" creationId="{8611A276-5987-BD96-A13A-9EAA62CB6CA0}"/>
          </ac:spMkLst>
        </pc:spChg>
        <pc:spChg chg="mod">
          <ac:chgData name="Sindhu Dilli" userId="0898c113ca3202ec" providerId="LiveId" clId="{0AB823F6-A138-4ABD-9551-D56BAE0FAE79}" dt="2026-07-15T04:32:23.964" v="5" actId="2710"/>
          <ac:spMkLst>
            <pc:docMk/>
            <pc:sldMk cId="597018427" sldId="263"/>
            <ac:spMk id="3" creationId="{3DCA1368-B820-9FDB-05A1-6E4737ED36D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8FFCE1-776C-4FCD-992E-0BACB92EC0B9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</dgm:pt>
    <dgm:pt modelId="{272F58A8-0BE4-4C85-80F8-4237FBD1E04C}">
      <dgm:prSet phldrT="[Text]"/>
      <dgm:spPr/>
      <dgm:t>
        <a:bodyPr/>
        <a:lstStyle/>
        <a:p>
          <a:pPr>
            <a:buNone/>
          </a:pPr>
          <a:r>
            <a:rPr lang="en-IN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Input Word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EFEF20-E5B9-44EB-85AE-EBDCA7FB931D}" type="parTrans" cxnId="{8B43F963-9B9A-456E-88EB-A5763D31442A}">
      <dgm:prSet/>
      <dgm:spPr/>
      <dgm:t>
        <a:bodyPr/>
        <a:lstStyle/>
        <a:p>
          <a:endParaRPr lang="en-IN"/>
        </a:p>
      </dgm:t>
    </dgm:pt>
    <dgm:pt modelId="{5B64D159-AE0A-49A6-8306-478959AC526F}" type="sibTrans" cxnId="{8B43F963-9B9A-456E-88EB-A5763D31442A}">
      <dgm:prSet/>
      <dgm:spPr/>
      <dgm:t>
        <a:bodyPr/>
        <a:lstStyle/>
        <a:p>
          <a:endParaRPr lang="en-IN"/>
        </a:p>
      </dgm:t>
    </dgm:pt>
    <dgm:pt modelId="{AD26E463-2E39-497D-A9D4-A20CCCD11B85}">
      <dgm:prSet phldrT="[Text]"/>
      <dgm:spPr/>
      <dgm:t>
        <a:bodyPr/>
        <a:lstStyle/>
        <a:p>
          <a:pPr>
            <a:buNone/>
          </a:pPr>
          <a:r>
            <a:rPr lang="en-IN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Apply Rules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8E64B5-7A27-4E25-BA19-5FA29856C6D8}" type="parTrans" cxnId="{475214E4-419B-41C3-8FE1-F305E5387329}">
      <dgm:prSet/>
      <dgm:spPr/>
      <dgm:t>
        <a:bodyPr/>
        <a:lstStyle/>
        <a:p>
          <a:endParaRPr lang="en-IN"/>
        </a:p>
      </dgm:t>
    </dgm:pt>
    <dgm:pt modelId="{621AFAA4-FF40-4EC0-AF51-8BB3F4A569CA}" type="sibTrans" cxnId="{475214E4-419B-41C3-8FE1-F305E5387329}">
      <dgm:prSet/>
      <dgm:spPr/>
      <dgm:t>
        <a:bodyPr/>
        <a:lstStyle/>
        <a:p>
          <a:endParaRPr lang="en-IN"/>
        </a:p>
      </dgm:t>
    </dgm:pt>
    <dgm:pt modelId="{06B70AF6-2BE2-48AA-9391-4281D4ECFEB9}">
      <dgm:prSet phldrT="[Text]"/>
      <dgm:spPr/>
      <dgm:t>
        <a:bodyPr/>
        <a:lstStyle/>
        <a:p>
          <a:pPr>
            <a:buNone/>
          </a:pPr>
          <a:r>
            <a:rPr lang="en-IN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Remove Suffix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6DD0C4E-B88D-4995-B9B6-92ACC09A63EE}" type="parTrans" cxnId="{2EE3642C-0BBB-4485-AF58-C4A6B48498DD}">
      <dgm:prSet/>
      <dgm:spPr/>
      <dgm:t>
        <a:bodyPr/>
        <a:lstStyle/>
        <a:p>
          <a:endParaRPr lang="en-IN"/>
        </a:p>
      </dgm:t>
    </dgm:pt>
    <dgm:pt modelId="{2C6B07A1-EB6F-4958-9BE4-43E06057D4B0}" type="sibTrans" cxnId="{2EE3642C-0BBB-4485-AF58-C4A6B48498DD}">
      <dgm:prSet/>
      <dgm:spPr/>
      <dgm:t>
        <a:bodyPr/>
        <a:lstStyle/>
        <a:p>
          <a:endParaRPr lang="en-IN"/>
        </a:p>
      </dgm:t>
    </dgm:pt>
    <dgm:pt modelId="{8901668E-3746-4DCD-9C60-5C06ADAD02C0}">
      <dgm:prSet phldrT="[Text]"/>
      <dgm:spPr/>
      <dgm:t>
        <a:bodyPr/>
        <a:lstStyle/>
        <a:p>
          <a:pPr>
            <a:buNone/>
          </a:pPr>
          <a:r>
            <a:rPr lang="en-IN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Generate Stem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7D5B71-DDA2-4967-80EC-A8417465B788}" type="parTrans" cxnId="{2620085F-D0BB-4CC0-AA98-18F625FE2C4D}">
      <dgm:prSet/>
      <dgm:spPr/>
      <dgm:t>
        <a:bodyPr/>
        <a:lstStyle/>
        <a:p>
          <a:endParaRPr lang="en-IN"/>
        </a:p>
      </dgm:t>
    </dgm:pt>
    <dgm:pt modelId="{B655E972-590B-490E-9679-31E3AC0ACE1E}" type="sibTrans" cxnId="{2620085F-D0BB-4CC0-AA98-18F625FE2C4D}">
      <dgm:prSet/>
      <dgm:spPr/>
      <dgm:t>
        <a:bodyPr/>
        <a:lstStyle/>
        <a:p>
          <a:endParaRPr lang="en-IN"/>
        </a:p>
      </dgm:t>
    </dgm:pt>
    <dgm:pt modelId="{B17EF1BF-CBBE-41BA-BAF8-AFD6FDE0CCEB}" type="pres">
      <dgm:prSet presAssocID="{5E8FFCE1-776C-4FCD-992E-0BACB92EC0B9}" presName="Name0" presStyleCnt="0">
        <dgm:presLayoutVars>
          <dgm:dir/>
          <dgm:animLvl val="lvl"/>
          <dgm:resizeHandles val="exact"/>
        </dgm:presLayoutVars>
      </dgm:prSet>
      <dgm:spPr/>
    </dgm:pt>
    <dgm:pt modelId="{D9474186-414C-4463-8A83-1DC802352DC0}" type="pres">
      <dgm:prSet presAssocID="{272F58A8-0BE4-4C85-80F8-4237FBD1E04C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D9091C3-EB78-4AA2-97B4-407B3A5A42B3}" type="pres">
      <dgm:prSet presAssocID="{5B64D159-AE0A-49A6-8306-478959AC526F}" presName="parTxOnlySpace" presStyleCnt="0"/>
      <dgm:spPr/>
    </dgm:pt>
    <dgm:pt modelId="{C2056FA3-F370-4F51-BE84-8CFED2000E9C}" type="pres">
      <dgm:prSet presAssocID="{AD26E463-2E39-497D-A9D4-A20CCCD11B85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D38FE3C-FF9A-49ED-94D3-42D2F7CCD196}" type="pres">
      <dgm:prSet presAssocID="{621AFAA4-FF40-4EC0-AF51-8BB3F4A569CA}" presName="parTxOnlySpace" presStyleCnt="0"/>
      <dgm:spPr/>
    </dgm:pt>
    <dgm:pt modelId="{3318D02B-3BC4-48BF-A496-605B55EFF424}" type="pres">
      <dgm:prSet presAssocID="{06B70AF6-2BE2-48AA-9391-4281D4ECFEB9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B8C5E8F-5126-40F2-AD84-56B2C26ED8C2}" type="pres">
      <dgm:prSet presAssocID="{2C6B07A1-EB6F-4958-9BE4-43E06057D4B0}" presName="parTxOnlySpace" presStyleCnt="0"/>
      <dgm:spPr/>
    </dgm:pt>
    <dgm:pt modelId="{9541D723-ECB8-4561-8A6A-E09E67D9F12C}" type="pres">
      <dgm:prSet presAssocID="{8901668E-3746-4DCD-9C60-5C06ADAD02C0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72F7913-C40A-4C1E-B82F-20AF0FF2BFEA}" type="presOf" srcId="{272F58A8-0BE4-4C85-80F8-4237FBD1E04C}" destId="{D9474186-414C-4463-8A83-1DC802352DC0}" srcOrd="0" destOrd="0" presId="urn:microsoft.com/office/officeart/2005/8/layout/chevron1"/>
    <dgm:cxn modelId="{2EE3642C-0BBB-4485-AF58-C4A6B48498DD}" srcId="{5E8FFCE1-776C-4FCD-992E-0BACB92EC0B9}" destId="{06B70AF6-2BE2-48AA-9391-4281D4ECFEB9}" srcOrd="2" destOrd="0" parTransId="{56DD0C4E-B88D-4995-B9B6-92ACC09A63EE}" sibTransId="{2C6B07A1-EB6F-4958-9BE4-43E06057D4B0}"/>
    <dgm:cxn modelId="{2620085F-D0BB-4CC0-AA98-18F625FE2C4D}" srcId="{5E8FFCE1-776C-4FCD-992E-0BACB92EC0B9}" destId="{8901668E-3746-4DCD-9C60-5C06ADAD02C0}" srcOrd="3" destOrd="0" parTransId="{6D7D5B71-DDA2-4967-80EC-A8417465B788}" sibTransId="{B655E972-590B-490E-9679-31E3AC0ACE1E}"/>
    <dgm:cxn modelId="{8B43F963-9B9A-456E-88EB-A5763D31442A}" srcId="{5E8FFCE1-776C-4FCD-992E-0BACB92EC0B9}" destId="{272F58A8-0BE4-4C85-80F8-4237FBD1E04C}" srcOrd="0" destOrd="0" parTransId="{6DEFEF20-E5B9-44EB-85AE-EBDCA7FB931D}" sibTransId="{5B64D159-AE0A-49A6-8306-478959AC526F}"/>
    <dgm:cxn modelId="{6484A975-88B4-4415-A08E-8689A4C11BF8}" type="presOf" srcId="{5E8FFCE1-776C-4FCD-992E-0BACB92EC0B9}" destId="{B17EF1BF-CBBE-41BA-BAF8-AFD6FDE0CCEB}" srcOrd="0" destOrd="0" presId="urn:microsoft.com/office/officeart/2005/8/layout/chevron1"/>
    <dgm:cxn modelId="{38E10B95-6584-4ED5-B0CC-D8681334D2FD}" type="presOf" srcId="{06B70AF6-2BE2-48AA-9391-4281D4ECFEB9}" destId="{3318D02B-3BC4-48BF-A496-605B55EFF424}" srcOrd="0" destOrd="0" presId="urn:microsoft.com/office/officeart/2005/8/layout/chevron1"/>
    <dgm:cxn modelId="{443C86A9-3BEF-4BC6-B80F-7058EF9071A5}" type="presOf" srcId="{8901668E-3746-4DCD-9C60-5C06ADAD02C0}" destId="{9541D723-ECB8-4561-8A6A-E09E67D9F12C}" srcOrd="0" destOrd="0" presId="urn:microsoft.com/office/officeart/2005/8/layout/chevron1"/>
    <dgm:cxn modelId="{475214E4-419B-41C3-8FE1-F305E5387329}" srcId="{5E8FFCE1-776C-4FCD-992E-0BACB92EC0B9}" destId="{AD26E463-2E39-497D-A9D4-A20CCCD11B85}" srcOrd="1" destOrd="0" parTransId="{818E64B5-7A27-4E25-BA19-5FA29856C6D8}" sibTransId="{621AFAA4-FF40-4EC0-AF51-8BB3F4A569CA}"/>
    <dgm:cxn modelId="{194191F6-D59D-46AC-963E-A7D2E9D1ED99}" type="presOf" srcId="{AD26E463-2E39-497D-A9D4-A20CCCD11B85}" destId="{C2056FA3-F370-4F51-BE84-8CFED2000E9C}" srcOrd="0" destOrd="0" presId="urn:microsoft.com/office/officeart/2005/8/layout/chevron1"/>
    <dgm:cxn modelId="{E0E314B4-E5C5-457D-AC61-75B03DCD21B6}" type="presParOf" srcId="{B17EF1BF-CBBE-41BA-BAF8-AFD6FDE0CCEB}" destId="{D9474186-414C-4463-8A83-1DC802352DC0}" srcOrd="0" destOrd="0" presId="urn:microsoft.com/office/officeart/2005/8/layout/chevron1"/>
    <dgm:cxn modelId="{FC710AD5-CB46-401B-8971-465FA2E61E05}" type="presParOf" srcId="{B17EF1BF-CBBE-41BA-BAF8-AFD6FDE0CCEB}" destId="{7D9091C3-EB78-4AA2-97B4-407B3A5A42B3}" srcOrd="1" destOrd="0" presId="urn:microsoft.com/office/officeart/2005/8/layout/chevron1"/>
    <dgm:cxn modelId="{71769C5B-4DF5-41D6-A961-6E59674590FF}" type="presParOf" srcId="{B17EF1BF-CBBE-41BA-BAF8-AFD6FDE0CCEB}" destId="{C2056FA3-F370-4F51-BE84-8CFED2000E9C}" srcOrd="2" destOrd="0" presId="urn:microsoft.com/office/officeart/2005/8/layout/chevron1"/>
    <dgm:cxn modelId="{B89AA948-DEE3-4C9E-B943-00C0F9E9AFB8}" type="presParOf" srcId="{B17EF1BF-CBBE-41BA-BAF8-AFD6FDE0CCEB}" destId="{6D38FE3C-FF9A-49ED-94D3-42D2F7CCD196}" srcOrd="3" destOrd="0" presId="urn:microsoft.com/office/officeart/2005/8/layout/chevron1"/>
    <dgm:cxn modelId="{AEDB6492-B3FF-4870-AB7E-D57DFF42D997}" type="presParOf" srcId="{B17EF1BF-CBBE-41BA-BAF8-AFD6FDE0CCEB}" destId="{3318D02B-3BC4-48BF-A496-605B55EFF424}" srcOrd="4" destOrd="0" presId="urn:microsoft.com/office/officeart/2005/8/layout/chevron1"/>
    <dgm:cxn modelId="{AE56115A-564A-498D-A10B-B2654D0A19B8}" type="presParOf" srcId="{B17EF1BF-CBBE-41BA-BAF8-AFD6FDE0CCEB}" destId="{BB8C5E8F-5126-40F2-AD84-56B2C26ED8C2}" srcOrd="5" destOrd="0" presId="urn:microsoft.com/office/officeart/2005/8/layout/chevron1"/>
    <dgm:cxn modelId="{D6C48207-3234-4B61-A2E1-25E42D1A28C7}" type="presParOf" srcId="{B17EF1BF-CBBE-41BA-BAF8-AFD6FDE0CCEB}" destId="{9541D723-ECB8-4561-8A6A-E09E67D9F12C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28D85C-756C-4551-ADA9-583134B6FD97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</dgm:pt>
    <dgm:pt modelId="{E23688FB-6227-46EC-B154-C6BEAC660241}">
      <dgm:prSet phldrT="[Text]"/>
      <dgm:spPr/>
      <dgm:t>
        <a:bodyPr/>
        <a:lstStyle/>
        <a:p>
          <a:pPr>
            <a:buNone/>
          </a:pPr>
          <a:r>
            <a:rPr lang="en-IN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Playing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8E2B7C-8708-4DDA-926D-0BDB93A7296B}" type="parTrans" cxnId="{B53FC352-1230-47E6-83C0-BB3FC4408472}">
      <dgm:prSet/>
      <dgm:spPr/>
      <dgm:t>
        <a:bodyPr/>
        <a:lstStyle/>
        <a:p>
          <a:endParaRPr lang="en-IN"/>
        </a:p>
      </dgm:t>
    </dgm:pt>
    <dgm:pt modelId="{14F4A43D-CAF1-42B7-BB49-13A1D29FEAEF}" type="sibTrans" cxnId="{B53FC352-1230-47E6-83C0-BB3FC4408472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F2E520-0810-4E5C-A1BA-A4BDCFF86BA1}">
      <dgm:prSet phldrT="[Text]"/>
      <dgm:spPr/>
      <dgm:t>
        <a:bodyPr/>
        <a:lstStyle/>
        <a:p>
          <a:pPr>
            <a:buNone/>
          </a:pPr>
          <a:r>
            <a:rPr lang="en-IN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Remove </a:t>
          </a:r>
          <a:r>
            <a:rPr lang="en-IN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en-IN" b="1" i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ing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0F5F30-A336-49E9-81D2-C9E99431AF33}" type="parTrans" cxnId="{954ACA8B-2151-47DD-9532-20361A43F9A9}">
      <dgm:prSet/>
      <dgm:spPr/>
      <dgm:t>
        <a:bodyPr/>
        <a:lstStyle/>
        <a:p>
          <a:endParaRPr lang="en-IN"/>
        </a:p>
      </dgm:t>
    </dgm:pt>
    <dgm:pt modelId="{7E34683E-FE32-4D91-A935-9387FF6C287D}" type="sibTrans" cxnId="{954ACA8B-2151-47DD-9532-20361A43F9A9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D9CA28-01EE-452F-AC31-A812D5923E47}">
      <dgm:prSet phldrT="[Text]"/>
      <dgm:spPr/>
      <dgm:t>
        <a:bodyPr/>
        <a:lstStyle/>
        <a:p>
          <a:pPr>
            <a:buNone/>
          </a:pPr>
          <a:r>
            <a:rPr lang="en-IN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Play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EB3F039-8090-4C56-A7B9-31120D3C22DA}" type="parTrans" cxnId="{92FC1BB0-D4C2-44AC-BC7F-A4EFF9592644}">
      <dgm:prSet/>
      <dgm:spPr/>
      <dgm:t>
        <a:bodyPr/>
        <a:lstStyle/>
        <a:p>
          <a:endParaRPr lang="en-IN"/>
        </a:p>
      </dgm:t>
    </dgm:pt>
    <dgm:pt modelId="{E9242C3C-714E-4A17-A1EF-F39A6367014C}" type="sibTrans" cxnId="{92FC1BB0-D4C2-44AC-BC7F-A4EFF9592644}">
      <dgm:prSet/>
      <dgm:spPr/>
      <dgm:t>
        <a:bodyPr/>
        <a:lstStyle/>
        <a:p>
          <a:endParaRPr lang="en-IN"/>
        </a:p>
      </dgm:t>
    </dgm:pt>
    <dgm:pt modelId="{7848E7F2-7866-4043-880F-382D0E45C338}" type="pres">
      <dgm:prSet presAssocID="{8228D85C-756C-4551-ADA9-583134B6FD97}" presName="linearFlow" presStyleCnt="0">
        <dgm:presLayoutVars>
          <dgm:resizeHandles val="exact"/>
        </dgm:presLayoutVars>
      </dgm:prSet>
      <dgm:spPr/>
    </dgm:pt>
    <dgm:pt modelId="{6156C3E7-B118-41F6-8908-1F446E60F4EA}" type="pres">
      <dgm:prSet presAssocID="{E23688FB-6227-46EC-B154-C6BEAC660241}" presName="node" presStyleLbl="node1" presStyleIdx="0" presStyleCnt="3">
        <dgm:presLayoutVars>
          <dgm:bulletEnabled val="1"/>
        </dgm:presLayoutVars>
      </dgm:prSet>
      <dgm:spPr/>
    </dgm:pt>
    <dgm:pt modelId="{FF19EA39-49B5-46D7-A492-525F20610D92}" type="pres">
      <dgm:prSet presAssocID="{14F4A43D-CAF1-42B7-BB49-13A1D29FEAEF}" presName="sibTrans" presStyleLbl="sibTrans2D1" presStyleIdx="0" presStyleCnt="2"/>
      <dgm:spPr/>
    </dgm:pt>
    <dgm:pt modelId="{69BB0049-3DF7-4D2F-A7CE-850157A71941}" type="pres">
      <dgm:prSet presAssocID="{14F4A43D-CAF1-42B7-BB49-13A1D29FEAEF}" presName="connectorText" presStyleLbl="sibTrans2D1" presStyleIdx="0" presStyleCnt="2"/>
      <dgm:spPr/>
    </dgm:pt>
    <dgm:pt modelId="{2797819F-1F60-4C68-833C-6F8D98A742B9}" type="pres">
      <dgm:prSet presAssocID="{ADF2E520-0810-4E5C-A1BA-A4BDCFF86BA1}" presName="node" presStyleLbl="node1" presStyleIdx="1" presStyleCnt="3">
        <dgm:presLayoutVars>
          <dgm:bulletEnabled val="1"/>
        </dgm:presLayoutVars>
      </dgm:prSet>
      <dgm:spPr/>
    </dgm:pt>
    <dgm:pt modelId="{E9FBB642-CC78-4629-ADB0-1D83B36D31C9}" type="pres">
      <dgm:prSet presAssocID="{7E34683E-FE32-4D91-A935-9387FF6C287D}" presName="sibTrans" presStyleLbl="sibTrans2D1" presStyleIdx="1" presStyleCnt="2"/>
      <dgm:spPr/>
    </dgm:pt>
    <dgm:pt modelId="{DDDD9774-BD4E-44CD-9CE1-27868752EF31}" type="pres">
      <dgm:prSet presAssocID="{7E34683E-FE32-4D91-A935-9387FF6C287D}" presName="connectorText" presStyleLbl="sibTrans2D1" presStyleIdx="1" presStyleCnt="2"/>
      <dgm:spPr/>
    </dgm:pt>
    <dgm:pt modelId="{00CBE799-2002-4B68-B09F-57C7C49BDBAC}" type="pres">
      <dgm:prSet presAssocID="{49D9CA28-01EE-452F-AC31-A812D5923E47}" presName="node" presStyleLbl="node1" presStyleIdx="2" presStyleCnt="3">
        <dgm:presLayoutVars>
          <dgm:bulletEnabled val="1"/>
        </dgm:presLayoutVars>
      </dgm:prSet>
      <dgm:spPr/>
    </dgm:pt>
  </dgm:ptLst>
  <dgm:cxnLst>
    <dgm:cxn modelId="{B23EBD1B-6AE6-4508-A107-082F5C0C7FE9}" type="presOf" srcId="{49D9CA28-01EE-452F-AC31-A812D5923E47}" destId="{00CBE799-2002-4B68-B09F-57C7C49BDBAC}" srcOrd="0" destOrd="0" presId="urn:microsoft.com/office/officeart/2005/8/layout/process2"/>
    <dgm:cxn modelId="{EA026163-76FF-4F93-A381-31549012B1D6}" type="presOf" srcId="{7E34683E-FE32-4D91-A935-9387FF6C287D}" destId="{E9FBB642-CC78-4629-ADB0-1D83B36D31C9}" srcOrd="0" destOrd="0" presId="urn:microsoft.com/office/officeart/2005/8/layout/process2"/>
    <dgm:cxn modelId="{2B90084B-C34A-4637-889C-D16E5395AD78}" type="presOf" srcId="{ADF2E520-0810-4E5C-A1BA-A4BDCFF86BA1}" destId="{2797819F-1F60-4C68-833C-6F8D98A742B9}" srcOrd="0" destOrd="0" presId="urn:microsoft.com/office/officeart/2005/8/layout/process2"/>
    <dgm:cxn modelId="{B53FC352-1230-47E6-83C0-BB3FC4408472}" srcId="{8228D85C-756C-4551-ADA9-583134B6FD97}" destId="{E23688FB-6227-46EC-B154-C6BEAC660241}" srcOrd="0" destOrd="0" parTransId="{558E2B7C-8708-4DDA-926D-0BDB93A7296B}" sibTransId="{14F4A43D-CAF1-42B7-BB49-13A1D29FEAEF}"/>
    <dgm:cxn modelId="{954ACA8B-2151-47DD-9532-20361A43F9A9}" srcId="{8228D85C-756C-4551-ADA9-583134B6FD97}" destId="{ADF2E520-0810-4E5C-A1BA-A4BDCFF86BA1}" srcOrd="1" destOrd="0" parTransId="{720F5F30-A336-49E9-81D2-C9E99431AF33}" sibTransId="{7E34683E-FE32-4D91-A935-9387FF6C287D}"/>
    <dgm:cxn modelId="{26E74FA2-C1E5-40EE-84FB-A850787E0868}" type="presOf" srcId="{14F4A43D-CAF1-42B7-BB49-13A1D29FEAEF}" destId="{69BB0049-3DF7-4D2F-A7CE-850157A71941}" srcOrd="1" destOrd="0" presId="urn:microsoft.com/office/officeart/2005/8/layout/process2"/>
    <dgm:cxn modelId="{92FC1BB0-D4C2-44AC-BC7F-A4EFF9592644}" srcId="{8228D85C-756C-4551-ADA9-583134B6FD97}" destId="{49D9CA28-01EE-452F-AC31-A812D5923E47}" srcOrd="2" destOrd="0" parTransId="{2EB3F039-8090-4C56-A7B9-31120D3C22DA}" sibTransId="{E9242C3C-714E-4A17-A1EF-F39A6367014C}"/>
    <dgm:cxn modelId="{73E848CF-89C5-4633-8093-59FE9B1070F7}" type="presOf" srcId="{14F4A43D-CAF1-42B7-BB49-13A1D29FEAEF}" destId="{FF19EA39-49B5-46D7-A492-525F20610D92}" srcOrd="0" destOrd="0" presId="urn:microsoft.com/office/officeart/2005/8/layout/process2"/>
    <dgm:cxn modelId="{F9810CE0-B3A1-4353-A164-0ACD596728AE}" type="presOf" srcId="{7E34683E-FE32-4D91-A935-9387FF6C287D}" destId="{DDDD9774-BD4E-44CD-9CE1-27868752EF31}" srcOrd="1" destOrd="0" presId="urn:microsoft.com/office/officeart/2005/8/layout/process2"/>
    <dgm:cxn modelId="{892D10ED-39C8-4D7F-B6C1-AFE108BF0B6C}" type="presOf" srcId="{8228D85C-756C-4551-ADA9-583134B6FD97}" destId="{7848E7F2-7866-4043-880F-382D0E45C338}" srcOrd="0" destOrd="0" presId="urn:microsoft.com/office/officeart/2005/8/layout/process2"/>
    <dgm:cxn modelId="{8985E8FC-3A58-434D-899D-DF07A39DC53F}" type="presOf" srcId="{E23688FB-6227-46EC-B154-C6BEAC660241}" destId="{6156C3E7-B118-41F6-8908-1F446E60F4EA}" srcOrd="0" destOrd="0" presId="urn:microsoft.com/office/officeart/2005/8/layout/process2"/>
    <dgm:cxn modelId="{6DEB8AC7-3F16-44A4-915D-06B9B3E8BBFD}" type="presParOf" srcId="{7848E7F2-7866-4043-880F-382D0E45C338}" destId="{6156C3E7-B118-41F6-8908-1F446E60F4EA}" srcOrd="0" destOrd="0" presId="urn:microsoft.com/office/officeart/2005/8/layout/process2"/>
    <dgm:cxn modelId="{0CE0D10F-04A6-4212-8090-5419FBC1C31D}" type="presParOf" srcId="{7848E7F2-7866-4043-880F-382D0E45C338}" destId="{FF19EA39-49B5-46D7-A492-525F20610D92}" srcOrd="1" destOrd="0" presId="urn:microsoft.com/office/officeart/2005/8/layout/process2"/>
    <dgm:cxn modelId="{20E1FFEE-7AE8-497E-A482-415D075D77F4}" type="presParOf" srcId="{FF19EA39-49B5-46D7-A492-525F20610D92}" destId="{69BB0049-3DF7-4D2F-A7CE-850157A71941}" srcOrd="0" destOrd="0" presId="urn:microsoft.com/office/officeart/2005/8/layout/process2"/>
    <dgm:cxn modelId="{1C303BCA-821D-40E9-9A36-AB10CD9B6D38}" type="presParOf" srcId="{7848E7F2-7866-4043-880F-382D0E45C338}" destId="{2797819F-1F60-4C68-833C-6F8D98A742B9}" srcOrd="2" destOrd="0" presId="urn:microsoft.com/office/officeart/2005/8/layout/process2"/>
    <dgm:cxn modelId="{3DFE75E0-9E6B-4A1E-A908-FF175615CB1C}" type="presParOf" srcId="{7848E7F2-7866-4043-880F-382D0E45C338}" destId="{E9FBB642-CC78-4629-ADB0-1D83B36D31C9}" srcOrd="3" destOrd="0" presId="urn:microsoft.com/office/officeart/2005/8/layout/process2"/>
    <dgm:cxn modelId="{A4350D28-64A6-44C1-B75F-6FB8742CB548}" type="presParOf" srcId="{E9FBB642-CC78-4629-ADB0-1D83B36D31C9}" destId="{DDDD9774-BD4E-44CD-9CE1-27868752EF31}" srcOrd="0" destOrd="0" presId="urn:microsoft.com/office/officeart/2005/8/layout/process2"/>
    <dgm:cxn modelId="{E372FE0C-26EF-4BFA-B00B-DD69A073ABCD}" type="presParOf" srcId="{7848E7F2-7866-4043-880F-382D0E45C338}" destId="{00CBE799-2002-4B68-B09F-57C7C49BDBAC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28D85C-756C-4551-ADA9-583134B6FD97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E23688FB-6227-46EC-B154-C6BEAC660241}">
      <dgm:prSet phldrT="[Text]"/>
      <dgm:spPr/>
      <dgm:t>
        <a:bodyPr/>
        <a:lstStyle/>
        <a:p>
          <a:pPr>
            <a:buNone/>
          </a:pPr>
          <a:r>
            <a:rPr lang="en-IN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Studies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8E2B7C-8708-4DDA-926D-0BDB93A7296B}" type="parTrans" cxnId="{B53FC352-1230-47E6-83C0-BB3FC4408472}">
      <dgm:prSet/>
      <dgm:spPr/>
      <dgm:t>
        <a:bodyPr/>
        <a:lstStyle/>
        <a:p>
          <a:endParaRPr lang="en-IN"/>
        </a:p>
      </dgm:t>
    </dgm:pt>
    <dgm:pt modelId="{14F4A43D-CAF1-42B7-BB49-13A1D29FEAEF}" type="sibTrans" cxnId="{B53FC352-1230-47E6-83C0-BB3FC4408472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F2E520-0810-4E5C-A1BA-A4BDCFF86BA1}">
      <dgm:prSet phldrT="[Text]"/>
      <dgm:spPr/>
      <dgm:t>
        <a:bodyPr/>
        <a:lstStyle/>
        <a:p>
          <a:pPr>
            <a:buNone/>
          </a:pPr>
          <a:r>
            <a:rPr lang="en-IN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Remove </a:t>
          </a:r>
          <a:r>
            <a:rPr lang="en-IN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en-IN" b="1" i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ies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0F5F30-A336-49E9-81D2-C9E99431AF33}" type="parTrans" cxnId="{954ACA8B-2151-47DD-9532-20361A43F9A9}">
      <dgm:prSet/>
      <dgm:spPr/>
      <dgm:t>
        <a:bodyPr/>
        <a:lstStyle/>
        <a:p>
          <a:endParaRPr lang="en-IN"/>
        </a:p>
      </dgm:t>
    </dgm:pt>
    <dgm:pt modelId="{7E34683E-FE32-4D91-A935-9387FF6C287D}" type="sibTrans" cxnId="{954ACA8B-2151-47DD-9532-20361A43F9A9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D9CA28-01EE-452F-AC31-A812D5923E47}">
      <dgm:prSet phldrT="[Text]"/>
      <dgm:spPr/>
      <dgm:t>
        <a:bodyPr/>
        <a:lstStyle/>
        <a:p>
          <a:pPr>
            <a:buNone/>
          </a:pPr>
          <a:r>
            <a:rPr lang="en-IN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Studi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EB3F039-8090-4C56-A7B9-31120D3C22DA}" type="parTrans" cxnId="{92FC1BB0-D4C2-44AC-BC7F-A4EFF9592644}">
      <dgm:prSet/>
      <dgm:spPr/>
      <dgm:t>
        <a:bodyPr/>
        <a:lstStyle/>
        <a:p>
          <a:endParaRPr lang="en-IN"/>
        </a:p>
      </dgm:t>
    </dgm:pt>
    <dgm:pt modelId="{E9242C3C-714E-4A17-A1EF-F39A6367014C}" type="sibTrans" cxnId="{92FC1BB0-D4C2-44AC-BC7F-A4EFF9592644}">
      <dgm:prSet/>
      <dgm:spPr/>
      <dgm:t>
        <a:bodyPr/>
        <a:lstStyle/>
        <a:p>
          <a:endParaRPr lang="en-IN"/>
        </a:p>
      </dgm:t>
    </dgm:pt>
    <dgm:pt modelId="{7848E7F2-7866-4043-880F-382D0E45C338}" type="pres">
      <dgm:prSet presAssocID="{8228D85C-756C-4551-ADA9-583134B6FD97}" presName="linearFlow" presStyleCnt="0">
        <dgm:presLayoutVars>
          <dgm:resizeHandles val="exact"/>
        </dgm:presLayoutVars>
      </dgm:prSet>
      <dgm:spPr/>
    </dgm:pt>
    <dgm:pt modelId="{6156C3E7-B118-41F6-8908-1F446E60F4EA}" type="pres">
      <dgm:prSet presAssocID="{E23688FB-6227-46EC-B154-C6BEAC660241}" presName="node" presStyleLbl="node1" presStyleIdx="0" presStyleCnt="3">
        <dgm:presLayoutVars>
          <dgm:bulletEnabled val="1"/>
        </dgm:presLayoutVars>
      </dgm:prSet>
      <dgm:spPr/>
    </dgm:pt>
    <dgm:pt modelId="{FF19EA39-49B5-46D7-A492-525F20610D92}" type="pres">
      <dgm:prSet presAssocID="{14F4A43D-CAF1-42B7-BB49-13A1D29FEAEF}" presName="sibTrans" presStyleLbl="sibTrans2D1" presStyleIdx="0" presStyleCnt="2"/>
      <dgm:spPr/>
    </dgm:pt>
    <dgm:pt modelId="{69BB0049-3DF7-4D2F-A7CE-850157A71941}" type="pres">
      <dgm:prSet presAssocID="{14F4A43D-CAF1-42B7-BB49-13A1D29FEAEF}" presName="connectorText" presStyleLbl="sibTrans2D1" presStyleIdx="0" presStyleCnt="2"/>
      <dgm:spPr/>
    </dgm:pt>
    <dgm:pt modelId="{2797819F-1F60-4C68-833C-6F8D98A742B9}" type="pres">
      <dgm:prSet presAssocID="{ADF2E520-0810-4E5C-A1BA-A4BDCFF86BA1}" presName="node" presStyleLbl="node1" presStyleIdx="1" presStyleCnt="3">
        <dgm:presLayoutVars>
          <dgm:bulletEnabled val="1"/>
        </dgm:presLayoutVars>
      </dgm:prSet>
      <dgm:spPr/>
    </dgm:pt>
    <dgm:pt modelId="{E9FBB642-CC78-4629-ADB0-1D83B36D31C9}" type="pres">
      <dgm:prSet presAssocID="{7E34683E-FE32-4D91-A935-9387FF6C287D}" presName="sibTrans" presStyleLbl="sibTrans2D1" presStyleIdx="1" presStyleCnt="2"/>
      <dgm:spPr/>
    </dgm:pt>
    <dgm:pt modelId="{DDDD9774-BD4E-44CD-9CE1-27868752EF31}" type="pres">
      <dgm:prSet presAssocID="{7E34683E-FE32-4D91-A935-9387FF6C287D}" presName="connectorText" presStyleLbl="sibTrans2D1" presStyleIdx="1" presStyleCnt="2"/>
      <dgm:spPr/>
    </dgm:pt>
    <dgm:pt modelId="{00CBE799-2002-4B68-B09F-57C7C49BDBAC}" type="pres">
      <dgm:prSet presAssocID="{49D9CA28-01EE-452F-AC31-A812D5923E47}" presName="node" presStyleLbl="node1" presStyleIdx="2" presStyleCnt="3">
        <dgm:presLayoutVars>
          <dgm:bulletEnabled val="1"/>
        </dgm:presLayoutVars>
      </dgm:prSet>
      <dgm:spPr/>
    </dgm:pt>
  </dgm:ptLst>
  <dgm:cxnLst>
    <dgm:cxn modelId="{B23EBD1B-6AE6-4508-A107-082F5C0C7FE9}" type="presOf" srcId="{49D9CA28-01EE-452F-AC31-A812D5923E47}" destId="{00CBE799-2002-4B68-B09F-57C7C49BDBAC}" srcOrd="0" destOrd="0" presId="urn:microsoft.com/office/officeart/2005/8/layout/process2"/>
    <dgm:cxn modelId="{EA026163-76FF-4F93-A381-31549012B1D6}" type="presOf" srcId="{7E34683E-FE32-4D91-A935-9387FF6C287D}" destId="{E9FBB642-CC78-4629-ADB0-1D83B36D31C9}" srcOrd="0" destOrd="0" presId="urn:microsoft.com/office/officeart/2005/8/layout/process2"/>
    <dgm:cxn modelId="{2B90084B-C34A-4637-889C-D16E5395AD78}" type="presOf" srcId="{ADF2E520-0810-4E5C-A1BA-A4BDCFF86BA1}" destId="{2797819F-1F60-4C68-833C-6F8D98A742B9}" srcOrd="0" destOrd="0" presId="urn:microsoft.com/office/officeart/2005/8/layout/process2"/>
    <dgm:cxn modelId="{B53FC352-1230-47E6-83C0-BB3FC4408472}" srcId="{8228D85C-756C-4551-ADA9-583134B6FD97}" destId="{E23688FB-6227-46EC-B154-C6BEAC660241}" srcOrd="0" destOrd="0" parTransId="{558E2B7C-8708-4DDA-926D-0BDB93A7296B}" sibTransId="{14F4A43D-CAF1-42B7-BB49-13A1D29FEAEF}"/>
    <dgm:cxn modelId="{954ACA8B-2151-47DD-9532-20361A43F9A9}" srcId="{8228D85C-756C-4551-ADA9-583134B6FD97}" destId="{ADF2E520-0810-4E5C-A1BA-A4BDCFF86BA1}" srcOrd="1" destOrd="0" parTransId="{720F5F30-A336-49E9-81D2-C9E99431AF33}" sibTransId="{7E34683E-FE32-4D91-A935-9387FF6C287D}"/>
    <dgm:cxn modelId="{26E74FA2-C1E5-40EE-84FB-A850787E0868}" type="presOf" srcId="{14F4A43D-CAF1-42B7-BB49-13A1D29FEAEF}" destId="{69BB0049-3DF7-4D2F-A7CE-850157A71941}" srcOrd="1" destOrd="0" presId="urn:microsoft.com/office/officeart/2005/8/layout/process2"/>
    <dgm:cxn modelId="{92FC1BB0-D4C2-44AC-BC7F-A4EFF9592644}" srcId="{8228D85C-756C-4551-ADA9-583134B6FD97}" destId="{49D9CA28-01EE-452F-AC31-A812D5923E47}" srcOrd="2" destOrd="0" parTransId="{2EB3F039-8090-4C56-A7B9-31120D3C22DA}" sibTransId="{E9242C3C-714E-4A17-A1EF-F39A6367014C}"/>
    <dgm:cxn modelId="{73E848CF-89C5-4633-8093-59FE9B1070F7}" type="presOf" srcId="{14F4A43D-CAF1-42B7-BB49-13A1D29FEAEF}" destId="{FF19EA39-49B5-46D7-A492-525F20610D92}" srcOrd="0" destOrd="0" presId="urn:microsoft.com/office/officeart/2005/8/layout/process2"/>
    <dgm:cxn modelId="{F9810CE0-B3A1-4353-A164-0ACD596728AE}" type="presOf" srcId="{7E34683E-FE32-4D91-A935-9387FF6C287D}" destId="{DDDD9774-BD4E-44CD-9CE1-27868752EF31}" srcOrd="1" destOrd="0" presId="urn:microsoft.com/office/officeart/2005/8/layout/process2"/>
    <dgm:cxn modelId="{892D10ED-39C8-4D7F-B6C1-AFE108BF0B6C}" type="presOf" srcId="{8228D85C-756C-4551-ADA9-583134B6FD97}" destId="{7848E7F2-7866-4043-880F-382D0E45C338}" srcOrd="0" destOrd="0" presId="urn:microsoft.com/office/officeart/2005/8/layout/process2"/>
    <dgm:cxn modelId="{8985E8FC-3A58-434D-899D-DF07A39DC53F}" type="presOf" srcId="{E23688FB-6227-46EC-B154-C6BEAC660241}" destId="{6156C3E7-B118-41F6-8908-1F446E60F4EA}" srcOrd="0" destOrd="0" presId="urn:microsoft.com/office/officeart/2005/8/layout/process2"/>
    <dgm:cxn modelId="{6DEB8AC7-3F16-44A4-915D-06B9B3E8BBFD}" type="presParOf" srcId="{7848E7F2-7866-4043-880F-382D0E45C338}" destId="{6156C3E7-B118-41F6-8908-1F446E60F4EA}" srcOrd="0" destOrd="0" presId="urn:microsoft.com/office/officeart/2005/8/layout/process2"/>
    <dgm:cxn modelId="{0CE0D10F-04A6-4212-8090-5419FBC1C31D}" type="presParOf" srcId="{7848E7F2-7866-4043-880F-382D0E45C338}" destId="{FF19EA39-49B5-46D7-A492-525F20610D92}" srcOrd="1" destOrd="0" presId="urn:microsoft.com/office/officeart/2005/8/layout/process2"/>
    <dgm:cxn modelId="{20E1FFEE-7AE8-497E-A482-415D075D77F4}" type="presParOf" srcId="{FF19EA39-49B5-46D7-A492-525F20610D92}" destId="{69BB0049-3DF7-4D2F-A7CE-850157A71941}" srcOrd="0" destOrd="0" presId="urn:microsoft.com/office/officeart/2005/8/layout/process2"/>
    <dgm:cxn modelId="{1C303BCA-821D-40E9-9A36-AB10CD9B6D38}" type="presParOf" srcId="{7848E7F2-7866-4043-880F-382D0E45C338}" destId="{2797819F-1F60-4C68-833C-6F8D98A742B9}" srcOrd="2" destOrd="0" presId="urn:microsoft.com/office/officeart/2005/8/layout/process2"/>
    <dgm:cxn modelId="{3DFE75E0-9E6B-4A1E-A908-FF175615CB1C}" type="presParOf" srcId="{7848E7F2-7866-4043-880F-382D0E45C338}" destId="{E9FBB642-CC78-4629-ADB0-1D83B36D31C9}" srcOrd="3" destOrd="0" presId="urn:microsoft.com/office/officeart/2005/8/layout/process2"/>
    <dgm:cxn modelId="{A4350D28-64A6-44C1-B75F-6FB8742CB548}" type="presParOf" srcId="{E9FBB642-CC78-4629-ADB0-1D83B36D31C9}" destId="{DDDD9774-BD4E-44CD-9CE1-27868752EF31}" srcOrd="0" destOrd="0" presId="urn:microsoft.com/office/officeart/2005/8/layout/process2"/>
    <dgm:cxn modelId="{E372FE0C-26EF-4BFA-B00B-DD69A073ABCD}" type="presParOf" srcId="{7848E7F2-7866-4043-880F-382D0E45C338}" destId="{00CBE799-2002-4B68-B09F-57C7C49BDBAC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474186-414C-4463-8A83-1DC802352DC0}">
      <dsp:nvSpPr>
        <dsp:cNvPr id="0" name=""/>
        <dsp:cNvSpPr/>
      </dsp:nvSpPr>
      <dsp:spPr>
        <a:xfrm>
          <a:off x="3957" y="1564986"/>
          <a:ext cx="2303631" cy="92145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Input Word</a:t>
          </a:r>
          <a:endParaRPr lang="en-IN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4683" y="1564986"/>
        <a:ext cx="1382179" cy="921452"/>
      </dsp:txXfrm>
    </dsp:sp>
    <dsp:sp modelId="{C2056FA3-F370-4F51-BE84-8CFED2000E9C}">
      <dsp:nvSpPr>
        <dsp:cNvPr id="0" name=""/>
        <dsp:cNvSpPr/>
      </dsp:nvSpPr>
      <dsp:spPr>
        <a:xfrm>
          <a:off x="2077225" y="1564986"/>
          <a:ext cx="2303631" cy="92145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Apply Rules</a:t>
          </a:r>
          <a:endParaRPr lang="en-IN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37951" y="1564986"/>
        <a:ext cx="1382179" cy="921452"/>
      </dsp:txXfrm>
    </dsp:sp>
    <dsp:sp modelId="{3318D02B-3BC4-48BF-A496-605B55EFF424}">
      <dsp:nvSpPr>
        <dsp:cNvPr id="0" name=""/>
        <dsp:cNvSpPr/>
      </dsp:nvSpPr>
      <dsp:spPr>
        <a:xfrm>
          <a:off x="4150494" y="1564986"/>
          <a:ext cx="2303631" cy="92145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Remove Suffix</a:t>
          </a:r>
          <a:endParaRPr lang="en-IN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11220" y="1564986"/>
        <a:ext cx="1382179" cy="921452"/>
      </dsp:txXfrm>
    </dsp:sp>
    <dsp:sp modelId="{9541D723-ECB8-4561-8A6A-E09E67D9F12C}">
      <dsp:nvSpPr>
        <dsp:cNvPr id="0" name=""/>
        <dsp:cNvSpPr/>
      </dsp:nvSpPr>
      <dsp:spPr>
        <a:xfrm>
          <a:off x="6223762" y="1564986"/>
          <a:ext cx="2303631" cy="92145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Generate Stem</a:t>
          </a:r>
          <a:endParaRPr lang="en-IN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684488" y="1564986"/>
        <a:ext cx="1382179" cy="9214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56C3E7-B118-41F6-8908-1F446E60F4EA}">
      <dsp:nvSpPr>
        <dsp:cNvPr id="0" name=""/>
        <dsp:cNvSpPr/>
      </dsp:nvSpPr>
      <dsp:spPr>
        <a:xfrm>
          <a:off x="1456077" y="0"/>
          <a:ext cx="1425149" cy="79174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Playing</a:t>
          </a:r>
          <a:endParaRPr lang="en-IN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79267" y="23190"/>
        <a:ext cx="1378769" cy="745369"/>
      </dsp:txXfrm>
    </dsp:sp>
    <dsp:sp modelId="{FF19EA39-49B5-46D7-A492-525F20610D92}">
      <dsp:nvSpPr>
        <dsp:cNvPr id="0" name=""/>
        <dsp:cNvSpPr/>
      </dsp:nvSpPr>
      <dsp:spPr>
        <a:xfrm rot="5400000">
          <a:off x="2020198" y="811543"/>
          <a:ext cx="296906" cy="35628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061765" y="841233"/>
        <a:ext cx="213773" cy="207834"/>
      </dsp:txXfrm>
    </dsp:sp>
    <dsp:sp modelId="{2797819F-1F60-4C68-833C-6F8D98A742B9}">
      <dsp:nvSpPr>
        <dsp:cNvPr id="0" name=""/>
        <dsp:cNvSpPr/>
      </dsp:nvSpPr>
      <dsp:spPr>
        <a:xfrm>
          <a:off x="1456077" y="1187624"/>
          <a:ext cx="1425149" cy="79174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Remove </a:t>
          </a:r>
          <a:r>
            <a:rPr lang="en-IN" sz="21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en-IN" sz="2100" b="1" i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ing</a:t>
          </a:r>
          <a:endParaRPr lang="en-IN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79267" y="1210814"/>
        <a:ext cx="1378769" cy="745369"/>
      </dsp:txXfrm>
    </dsp:sp>
    <dsp:sp modelId="{E9FBB642-CC78-4629-ADB0-1D83B36D31C9}">
      <dsp:nvSpPr>
        <dsp:cNvPr id="0" name=""/>
        <dsp:cNvSpPr/>
      </dsp:nvSpPr>
      <dsp:spPr>
        <a:xfrm rot="5400000">
          <a:off x="2020198" y="1999168"/>
          <a:ext cx="296906" cy="35628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061765" y="2028858"/>
        <a:ext cx="213773" cy="207834"/>
      </dsp:txXfrm>
    </dsp:sp>
    <dsp:sp modelId="{00CBE799-2002-4B68-B09F-57C7C49BDBAC}">
      <dsp:nvSpPr>
        <dsp:cNvPr id="0" name=""/>
        <dsp:cNvSpPr/>
      </dsp:nvSpPr>
      <dsp:spPr>
        <a:xfrm>
          <a:off x="1456077" y="2375249"/>
          <a:ext cx="1425149" cy="79174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Play</a:t>
          </a:r>
          <a:endParaRPr lang="en-IN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79267" y="2398439"/>
        <a:ext cx="1378769" cy="7453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56C3E7-B118-41F6-8908-1F446E60F4EA}">
      <dsp:nvSpPr>
        <dsp:cNvPr id="0" name=""/>
        <dsp:cNvSpPr/>
      </dsp:nvSpPr>
      <dsp:spPr>
        <a:xfrm>
          <a:off x="1652673" y="0"/>
          <a:ext cx="1425149" cy="79174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Studies</a:t>
          </a:r>
          <a:endParaRPr lang="en-IN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75863" y="23190"/>
        <a:ext cx="1378769" cy="745369"/>
      </dsp:txXfrm>
    </dsp:sp>
    <dsp:sp modelId="{FF19EA39-49B5-46D7-A492-525F20610D92}">
      <dsp:nvSpPr>
        <dsp:cNvPr id="0" name=""/>
        <dsp:cNvSpPr/>
      </dsp:nvSpPr>
      <dsp:spPr>
        <a:xfrm rot="5400000">
          <a:off x="2216794" y="811543"/>
          <a:ext cx="296906" cy="35628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258361" y="841233"/>
        <a:ext cx="213773" cy="207834"/>
      </dsp:txXfrm>
    </dsp:sp>
    <dsp:sp modelId="{2797819F-1F60-4C68-833C-6F8D98A742B9}">
      <dsp:nvSpPr>
        <dsp:cNvPr id="0" name=""/>
        <dsp:cNvSpPr/>
      </dsp:nvSpPr>
      <dsp:spPr>
        <a:xfrm>
          <a:off x="1652673" y="1187624"/>
          <a:ext cx="1425149" cy="79174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Remove </a:t>
          </a:r>
          <a:r>
            <a:rPr lang="en-IN" sz="21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en-IN" sz="2100" b="1" i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ies</a:t>
          </a:r>
          <a:endParaRPr lang="en-IN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75863" y="1210814"/>
        <a:ext cx="1378769" cy="745369"/>
      </dsp:txXfrm>
    </dsp:sp>
    <dsp:sp modelId="{E9FBB642-CC78-4629-ADB0-1D83B36D31C9}">
      <dsp:nvSpPr>
        <dsp:cNvPr id="0" name=""/>
        <dsp:cNvSpPr/>
      </dsp:nvSpPr>
      <dsp:spPr>
        <a:xfrm rot="5400000">
          <a:off x="2216794" y="1999168"/>
          <a:ext cx="296906" cy="35628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258361" y="2028858"/>
        <a:ext cx="213773" cy="207834"/>
      </dsp:txXfrm>
    </dsp:sp>
    <dsp:sp modelId="{00CBE799-2002-4B68-B09F-57C7C49BDBAC}">
      <dsp:nvSpPr>
        <dsp:cNvPr id="0" name=""/>
        <dsp:cNvSpPr/>
      </dsp:nvSpPr>
      <dsp:spPr>
        <a:xfrm>
          <a:off x="1652673" y="2375249"/>
          <a:ext cx="1425149" cy="79174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Studi</a:t>
          </a:r>
          <a:endParaRPr lang="en-IN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75863" y="2398439"/>
        <a:ext cx="1378769" cy="7453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7CA45-A1B2-6C49-AD78-A8BAF0183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B0524D-812D-578C-7E18-BDD50DCCF9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B7D5B-5512-22E9-250C-3284CAB4A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C808-123E-4C6F-84B8-291701C4807A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81084-F579-406C-AFA4-5043C7262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0F6FD-1775-55A1-EBD2-45342F3B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707E7-472C-4BED-A029-4E82A3BD8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172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DF154-2206-D17B-00EA-7ADB7C2BB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A98D3-D473-8F51-5B21-38731A5E0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317A8-3F55-13E0-4588-517E6276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C808-123E-4C6F-84B8-291701C4807A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108FD-FB5C-8E81-B95A-C7970DAC4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CBCF6-A7E5-53B9-F18C-B4FDFC825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707E7-472C-4BED-A029-4E82A3BD8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121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337CD-5A66-530D-48EF-62C58636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5798C-8B72-AD46-BE1B-E18DA2C72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D6B81-7BD4-954B-466D-F23D8B0D8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C808-123E-4C6F-84B8-291701C4807A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42FF5-4BB2-2F75-2F0F-C3E5993E3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F371F-2BA3-3443-AFBA-F7E80D38F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707E7-472C-4BED-A029-4E82A3BD8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593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D55C-F1C3-15AF-36DA-73F694EC6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24C94-DF1B-2816-015E-A2466391BE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5EDF8-0F8F-2BCA-8C40-F245BCBAE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71F88A-4290-EF45-E8CF-B4326C819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C808-123E-4C6F-84B8-291701C4807A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768C3-1205-7C6F-E777-2DDC4F091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DF3BE-3DF1-567F-F199-B35F04AD1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707E7-472C-4BED-A029-4E82A3BD8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229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3BAC2-2605-831B-98EC-2659F5555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38D62-734D-8309-3BC8-2282735B2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1BB25-82FC-6EB6-3570-85E20D3C8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AAD98D-03FC-C394-0B34-C0DA5825C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E54B87-89DF-C3F4-2B1E-00CB022EA1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AAA299-7AE5-86EC-72A8-B2FCB9AEF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C808-123E-4C6F-84B8-291701C4807A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E82F8-235B-D179-30DA-9C8504E10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699529-01D1-5D57-0083-F309F5E24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707E7-472C-4BED-A029-4E82A3BD8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030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EDE3-B980-638A-C87A-E581A1E97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E93F99-34CB-45C3-F797-CF4F01A1B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C808-123E-4C6F-84B8-291701C4807A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DAAFED-5DF4-4D41-0334-8BB75F39E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C344E6-5BFD-3D17-4168-CC1AD5B37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707E7-472C-4BED-A029-4E82A3BD8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68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89EDF4-B8CE-27F1-A7ED-3D0A9CC34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C808-123E-4C6F-84B8-291701C4807A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61C4CA-8D74-C5F5-CA5C-81A48D668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C0A29-5121-5B49-2FB1-13257352D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707E7-472C-4BED-A029-4E82A3BD8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857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3CEF6-71EF-1550-69AC-3A11E62A7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4EC84-CF15-8641-B93E-7C380AC68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7FE13-2430-313A-4F2D-0CDBC203F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8BEB4-8580-3D19-2584-E373E0EF3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C808-123E-4C6F-84B8-291701C4807A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15EB0-CBDE-3671-238A-3DE98C1B8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708CD-9B26-7AEF-76FA-C37A19158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707E7-472C-4BED-A029-4E82A3BD8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491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417FE-1458-CF02-CD23-28F2BE322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8FEC36-785C-E654-A52A-F9DE9FFACA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D9FD74-A511-8654-AFAD-8A534D557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6A4BB-7D42-6D35-997F-981CA2863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C808-123E-4C6F-84B8-291701C4807A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4C704-96B5-57FE-B88D-9A4C76B79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17733-83D4-D1CB-F82B-9B4EDADCF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707E7-472C-4BED-A029-4E82A3BD8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99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B5970-57D9-EC44-BC9F-C4770C28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A04E98-95F9-BC0F-1C6F-3FB6AE818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C266F-E28C-057A-5813-0C587BE88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C808-123E-4C6F-84B8-291701C4807A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9E74-B9D1-03AF-FF17-13B99D082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253DB-F496-97B2-7CB5-F4D34C73B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707E7-472C-4BED-A029-4E82A3BD8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730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E4C358-83B8-3F96-374B-49326A042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16C715-4A68-7319-BDEA-A43385BCF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2AD0A-E516-18D1-2E57-5EB702929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C808-123E-4C6F-84B8-291701C4807A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CF6FE-F80C-4471-48AE-71DBF1424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299C1-3956-9C73-011E-8FE8FE771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707E7-472C-4BED-A029-4E82A3BD8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48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BD431A-D25F-D19A-32F5-70D8AF7CA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B4451-A843-ED6F-7B46-C41049E8A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F761E-DFF6-F9E6-4A3F-6EC3BB2F3E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4C808-123E-4C6F-84B8-291701C4807A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09A8C-FF32-640B-8827-C2E757ACF0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38837-4028-F9E5-3673-C7FB37845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E707E7-472C-4BED-A029-4E82A3BD8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256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EAB79-7B57-5C4F-6C9D-131341EDE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275"/>
            <a:ext cx="9144000" cy="165576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Stemmer: Design, Working Mechanism, and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4ACCA-9D36-41F7-8EA6-FDAE20751F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6887"/>
            <a:ext cx="9144000" cy="165576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Natural Processing Language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DSA0302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614A368-4AF6-1E7B-1182-94C1C6DAE7C1}"/>
              </a:ext>
            </a:extLst>
          </p:cNvPr>
          <p:cNvSpPr txBox="1">
            <a:spLocks/>
          </p:cNvSpPr>
          <p:nvPr/>
        </p:nvSpPr>
        <p:spPr>
          <a:xfrm>
            <a:off x="5522976" y="4872951"/>
            <a:ext cx="5297424" cy="76969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Sindhu (192424197)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aveetha Institute of Medical and Technical Sciences Engineering Fests,  Symposiums in Chennai from July 2026 Technical, Cultural, Management,  Sports, Conferences, Seminars">
            <a:extLst>
              <a:ext uri="{FF2B5EF4-FFF2-40B4-BE49-F238E27FC236}">
                <a16:creationId xmlns:a16="http://schemas.microsoft.com/office/drawing/2014/main" id="{C52579FE-932E-D4B0-34BD-22DA019E1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2" y="140905"/>
            <a:ext cx="7620016" cy="981458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5B587B49-1C34-6969-1806-87CEE515894B}"/>
              </a:ext>
            </a:extLst>
          </p:cNvPr>
          <p:cNvSpPr txBox="1">
            <a:spLocks/>
          </p:cNvSpPr>
          <p:nvPr/>
        </p:nvSpPr>
        <p:spPr>
          <a:xfrm>
            <a:off x="798576" y="4872951"/>
            <a:ext cx="5297424" cy="76969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T. Devi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611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182F-1077-F9B8-3C10-279005FD4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Porter Stemmer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89B23-555F-BBD0-5234-5896D9CB1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Porter Stemmer?</a:t>
            </a:r>
          </a:p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 is a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stemming algorithm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developed by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Martin Porter (1980)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removes suffixes from words to obtain their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(stem)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one of the most widely used stemming algorithms in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Stemming Needed?</a:t>
            </a:r>
          </a:p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different word forms to a common root.</a:t>
            </a:r>
          </a:p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Decreases vocabulary size.</a:t>
            </a:r>
          </a:p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search accuracy and text processing efficiency.</a:t>
            </a:r>
          </a:p>
        </p:txBody>
      </p:sp>
    </p:spTree>
    <p:extLst>
      <p:ext uri="{BB962C8B-B14F-4D97-AF65-F5344CB8AC3E}">
        <p14:creationId xmlns:p14="http://schemas.microsoft.com/office/powerpoint/2010/main" val="1703973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C843F-83C4-27E9-9F97-A2F9ABEFD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17DDF-FE6C-6E79-94EF-F759A4A0E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Working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38E29-1304-ACA2-EB7E-D4140E5FA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Porter Stemmer Works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removes suffixes through a sequence of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steps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B3B01D7-3239-EC79-378C-3ADD2F2E90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6790433"/>
              </p:ext>
            </p:extLst>
          </p:nvPr>
        </p:nvGraphicFramePr>
        <p:xfrm>
          <a:off x="1755648" y="2441449"/>
          <a:ext cx="8531352" cy="4051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7421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C6B74-9C6A-9E81-5E14-0FB012DB7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2FE7F-497C-074B-04C1-8B1BD0B47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5F4B57-8FD9-E13C-5932-D2242451BD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5163352"/>
              </p:ext>
            </p:extLst>
          </p:nvPr>
        </p:nvGraphicFramePr>
        <p:xfrm>
          <a:off x="0" y="1825623"/>
          <a:ext cx="4337304" cy="3166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28B26312-D113-0875-DEBD-A9C041E3F2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7513128"/>
              </p:ext>
            </p:extLst>
          </p:nvPr>
        </p:nvGraphicFramePr>
        <p:xfrm>
          <a:off x="7555994" y="1825623"/>
          <a:ext cx="4730496" cy="3166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9A71D3E-7DB0-8D26-7DF7-0432C6153183}"/>
              </a:ext>
            </a:extLst>
          </p:cNvPr>
          <p:cNvSpPr txBox="1"/>
          <p:nvPr/>
        </p:nvSpPr>
        <p:spPr>
          <a:xfrm>
            <a:off x="3435096" y="1825623"/>
            <a:ext cx="532180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students were studying and playing games.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Stemming: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were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play game.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917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C928F-4C0E-99C1-68A0-4E3283F0A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821F7-5021-3536-CE85-687C6B4DE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 Rules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2AB7FD-B4FF-A98D-4C94-C587340C2B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7168319"/>
              </p:ext>
            </p:extLst>
          </p:nvPr>
        </p:nvGraphicFramePr>
        <p:xfrm>
          <a:off x="384048" y="1993392"/>
          <a:ext cx="11393424" cy="4224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96712">
                  <a:extLst>
                    <a:ext uri="{9D8B030D-6E8A-4147-A177-3AD203B41FA5}">
                      <a16:colId xmlns:a16="http://schemas.microsoft.com/office/drawing/2014/main" val="2616287341"/>
                    </a:ext>
                  </a:extLst>
                </a:gridCol>
                <a:gridCol w="5696712">
                  <a:extLst>
                    <a:ext uri="{9D8B030D-6E8A-4147-A177-3AD203B41FA5}">
                      <a16:colId xmlns:a16="http://schemas.microsoft.com/office/drawing/2014/main" val="4082797632"/>
                    </a:ext>
                  </a:extLst>
                </a:gridCol>
              </a:tblGrid>
              <a:tr h="704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Suffix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5013915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ing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playing → 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577217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walked → walk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0565261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studies → studi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4281113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books → book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59850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quickly → quick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0528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4901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6AD7E-1F9C-4DB1-24C4-10E35EDA1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FFBB3-3523-6DE5-F0A9-37A51C20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4D16DF4-2257-438B-6473-CFA77B338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94"/>
          <a:stretch>
            <a:fillRect/>
          </a:stretch>
        </p:blipFill>
        <p:spPr>
          <a:xfrm>
            <a:off x="2435640" y="1540234"/>
            <a:ext cx="7320720" cy="531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494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E583C-7CBE-0754-9239-1C72C598B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42ED-1200-0334-C3C3-19AF88E28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Porter Stemmer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9EE3D-1F9E-150B-7063-80F8F789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70576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Retrieval Systems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Classification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278EC1C-D47A-E43F-BC59-135F9CB73131}"/>
              </a:ext>
            </a:extLst>
          </p:cNvPr>
          <p:cNvSpPr txBox="1">
            <a:spLocks/>
          </p:cNvSpPr>
          <p:nvPr/>
        </p:nvSpPr>
        <p:spPr>
          <a:xfrm>
            <a:off x="6330696" y="1825625"/>
            <a:ext cx="537057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Clustering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 Email Detection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 in NLP</a:t>
            </a:r>
          </a:p>
        </p:txBody>
      </p:sp>
    </p:spTree>
    <p:extLst>
      <p:ext uri="{BB962C8B-B14F-4D97-AF65-F5344CB8AC3E}">
        <p14:creationId xmlns:p14="http://schemas.microsoft.com/office/powerpoint/2010/main" val="3769990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ADE05-DD63-EB03-19B8-36FCB4DCC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8877C-2556-1229-0942-79254A279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98923-2312-44D2-B1FB-21DE70841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produces incorrect stems (Over-stemming)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understand word meaning or context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approach may not work well for all languages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suited for English text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Overcoming Limitations</a:t>
            </a:r>
          </a:p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NLP applications often combine 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→ POS tagging → lemmatization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more accurate text processing.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91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19295-3EFD-0659-0A09-146BD645F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1A276-5987-BD96-A13A-9EAA62CB6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A1368-B820-9FDB-05A1-6E4737ED3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 is a simple, fast, and widely used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stemming algorithm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NLP.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words to their root form, improving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retrieval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efficiency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it may produce non-dictionary stems (e.g.,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studying →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its limitations can be overcome by using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lemmatization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 tagging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advanced stemmers like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Snowball Stemmer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 remains a fundamental technique and serves as the foundation for many modern NLP applications.</a:t>
            </a:r>
          </a:p>
        </p:txBody>
      </p:sp>
    </p:spTree>
    <p:extLst>
      <p:ext uri="{BB962C8B-B14F-4D97-AF65-F5344CB8AC3E}">
        <p14:creationId xmlns:p14="http://schemas.microsoft.com/office/powerpoint/2010/main" val="597018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5C1B4-6511-2E03-6BA0-5AEBCB35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020D7-778E-2DA3-8E0C-1EAA5E50F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Geotag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9C1836-F1CB-33B0-5D68-B8C556F0AB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328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360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Wingdings</vt:lpstr>
      <vt:lpstr>Office Theme</vt:lpstr>
      <vt:lpstr>Porter Stemmer: Design, Working Mechanism, and Applications</vt:lpstr>
      <vt:lpstr>Introduction to Porter Stemmer</vt:lpstr>
      <vt:lpstr>Design &amp; Working Mechanism</vt:lpstr>
      <vt:lpstr>Example</vt:lpstr>
      <vt:lpstr>Porter Stemmer Rules</vt:lpstr>
      <vt:lpstr>Implementation</vt:lpstr>
      <vt:lpstr>Applications of Porter Stemmer</vt:lpstr>
      <vt:lpstr>Limitations</vt:lpstr>
      <vt:lpstr>Conclusion</vt:lpstr>
      <vt:lpstr>Geotag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Sindhu Dilli</dc:creator>
  <cp:lastModifiedBy>Sindhu Dilli</cp:lastModifiedBy>
  <cp:revision>3</cp:revision>
  <dcterms:created xsi:type="dcterms:W3CDTF">2026-07-15T04:05:08Z</dcterms:created>
  <dcterms:modified xsi:type="dcterms:W3CDTF">2026-07-29T02:47:59Z</dcterms:modified>
</cp:coreProperties>
</file>